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5" y="717755"/>
            <a:ext cx="9253691" cy="280219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 Personal Cybersecurity Guardian</a:t>
            </a:r>
            <a:br>
              <a:rPr lang="en-US" sz="3200" b="1" dirty="0"/>
            </a:br>
            <a:r>
              <a:rPr lang="en-US" sz="3200" b="1" dirty="0"/>
              <a:t>Intelligent Threat Detection and Protection System</a:t>
            </a:r>
            <a:endParaRPr lang="en-US" sz="3200" b="1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227871"/>
            <a:ext cx="6608815" cy="1912374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Hack &amp; Break Innovation Challenge</a:t>
            </a:r>
          </a:p>
          <a:p>
            <a:pPr algn="ctr"/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– Ashrita 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singh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Problem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4" y="1730477"/>
            <a:ext cx="9375927" cy="40607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Cyber attacks are increasing rapidly.</a:t>
            </a:r>
          </a:p>
          <a:p>
            <a:pPr marL="0" indent="0">
              <a:buNone/>
            </a:pPr>
            <a:r>
              <a:rPr lang="en-US" sz="2800" dirty="0"/>
              <a:t>Common threats include:</a:t>
            </a:r>
          </a:p>
          <a:p>
            <a:r>
              <a:rPr lang="en-US" sz="2800" dirty="0"/>
              <a:t>Phishing emails</a:t>
            </a:r>
          </a:p>
          <a:p>
            <a:r>
              <a:rPr lang="en-US" sz="2800" dirty="0"/>
              <a:t>Fake websites</a:t>
            </a:r>
          </a:p>
          <a:p>
            <a:r>
              <a:rPr lang="en-US" sz="2800" dirty="0"/>
              <a:t>Malicious links</a:t>
            </a:r>
          </a:p>
          <a:p>
            <a:r>
              <a:rPr lang="en-US" sz="2800" dirty="0"/>
              <a:t>Online scams</a:t>
            </a:r>
          </a:p>
          <a:p>
            <a:pPr marL="0" indent="0">
              <a:buNone/>
            </a:pPr>
            <a:r>
              <a:rPr lang="en-US" sz="2800" dirty="0"/>
              <a:t>Many users cannot identify these threats.</a:t>
            </a: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779" y="589021"/>
            <a:ext cx="9905998" cy="1478570"/>
          </a:xfrm>
        </p:spPr>
        <p:txBody>
          <a:bodyPr>
            <a:normAutofit/>
          </a:bodyPr>
          <a:lstStyle/>
          <a:p>
            <a:r>
              <a:rPr lang="en-IN" sz="4400" b="1" dirty="0"/>
              <a:t>Why This Problem Matters</a:t>
            </a:r>
            <a:br>
              <a:rPr lang="en-IN" sz="4400" b="1" dirty="0"/>
            </a:b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987" y="1632155"/>
            <a:ext cx="9405424" cy="4159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Cybercrime causes:</a:t>
            </a:r>
          </a:p>
          <a:p>
            <a:r>
              <a:rPr lang="en-US" sz="2800" dirty="0"/>
              <a:t>Financial loss</a:t>
            </a:r>
          </a:p>
          <a:p>
            <a:r>
              <a:rPr lang="en-US" sz="2800" dirty="0"/>
              <a:t>Identity theft</a:t>
            </a:r>
          </a:p>
          <a:p>
            <a:r>
              <a:rPr lang="en-US" sz="2800" dirty="0"/>
              <a:t>Data breaches</a:t>
            </a:r>
          </a:p>
          <a:p>
            <a:pPr marL="0" indent="0">
              <a:buNone/>
            </a:pPr>
            <a:r>
              <a:rPr lang="en-US" sz="2800" dirty="0"/>
              <a:t>Users need intelligent tools to help them stay safe online.</a:t>
            </a: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9C93-10AF-4E1D-2F42-0995D7E8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CA69D-8B3C-289D-97AA-CAB3BF3F7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987" y="1848465"/>
            <a:ext cx="9405424" cy="39427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 Personal Cybersecurity Guardian</a:t>
            </a:r>
          </a:p>
          <a:p>
            <a:pPr marL="0" indent="0">
              <a:buNone/>
            </a:pPr>
            <a:r>
              <a:rPr lang="en-US" dirty="0"/>
              <a:t>An AI-based system that:</a:t>
            </a:r>
          </a:p>
          <a:p>
            <a:r>
              <a:rPr lang="en-US" dirty="0"/>
              <a:t>Detects phishing messages</a:t>
            </a:r>
          </a:p>
          <a:p>
            <a:r>
              <a:rPr lang="en-US" dirty="0"/>
              <a:t>Identifies suspicious links</a:t>
            </a:r>
          </a:p>
          <a:p>
            <a:r>
              <a:rPr lang="en-US" dirty="0"/>
              <a:t>Warns users about potential cyber threats</a:t>
            </a:r>
          </a:p>
          <a:p>
            <a:r>
              <a:rPr lang="en-US" dirty="0"/>
              <a:t>Provides security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10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081A0-CA7B-D0AF-706C-36E52673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B37B-9EE5-F220-E7A7-524A281EF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968" y="1789471"/>
            <a:ext cx="9228443" cy="40017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 Input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AI Threat Detection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Risk Analysis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Security Warning</a:t>
            </a:r>
            <a:br>
              <a:rPr lang="en-US" dirty="0"/>
            </a:br>
            <a:r>
              <a:rPr lang="en-US" dirty="0"/>
              <a:t>     ↓</a:t>
            </a:r>
            <a:br>
              <a:rPr lang="en-US" dirty="0"/>
            </a:br>
            <a:r>
              <a:rPr lang="en-US" dirty="0"/>
              <a:t>Recommended 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18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EE9B-BA37-90F4-557A-5EF0AD19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309" y="865238"/>
            <a:ext cx="10019072" cy="1828801"/>
          </a:xfrm>
        </p:spPr>
        <p:txBody>
          <a:bodyPr/>
          <a:lstStyle/>
          <a:p>
            <a:r>
              <a:rPr lang="en-IN" b="1" dirty="0"/>
              <a:t>Technology Stack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E70-ED93-59DD-1307-8F48EF134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45" y="2507226"/>
            <a:ext cx="9021966" cy="3283975"/>
          </a:xfrm>
        </p:spPr>
        <p:txBody>
          <a:bodyPr/>
          <a:lstStyle/>
          <a:p>
            <a:r>
              <a:rPr lang="en-US" sz="2800" dirty="0"/>
              <a:t>Python</a:t>
            </a:r>
            <a:br>
              <a:rPr lang="en-US" sz="2800" dirty="0"/>
            </a:br>
            <a:r>
              <a:rPr lang="en-US" sz="2800" dirty="0"/>
              <a:t>Machine Learning</a:t>
            </a:r>
            <a:br>
              <a:rPr lang="en-US" sz="2800" dirty="0"/>
            </a:br>
            <a:r>
              <a:rPr lang="en-US" sz="2800" dirty="0"/>
              <a:t>Natural Language Processing</a:t>
            </a:r>
            <a:br>
              <a:rPr lang="en-US" sz="2800" dirty="0"/>
            </a:br>
            <a:r>
              <a:rPr lang="en-US" sz="2800" dirty="0" err="1"/>
              <a:t>Streamlit</a:t>
            </a: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719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F17B-C100-7161-E1E0-4533711D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A89BB-C0F3-E173-BAEE-8556B82FC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974" y="1946787"/>
            <a:ext cx="9287437" cy="3844414"/>
          </a:xfrm>
        </p:spPr>
        <p:txBody>
          <a:bodyPr>
            <a:normAutofit/>
          </a:bodyPr>
          <a:lstStyle/>
          <a:p>
            <a:r>
              <a:rPr lang="en-US" sz="2800" dirty="0"/>
              <a:t>Browser extension</a:t>
            </a:r>
          </a:p>
          <a:p>
            <a:r>
              <a:rPr lang="en-US" sz="2800" dirty="0"/>
              <a:t>Email integration</a:t>
            </a:r>
          </a:p>
          <a:p>
            <a:r>
              <a:rPr lang="en-US" sz="2800" dirty="0"/>
              <a:t>Real-time threat detection</a:t>
            </a:r>
          </a:p>
          <a:p>
            <a:r>
              <a:rPr lang="en-US" sz="2800" dirty="0"/>
              <a:t>Advanced AI security monitoring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70963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14</TotalTime>
  <Words>152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Rockwell</vt:lpstr>
      <vt:lpstr>Tahoma</vt:lpstr>
      <vt:lpstr>Tw Cen MT</vt:lpstr>
      <vt:lpstr>Circuit</vt:lpstr>
      <vt:lpstr>AI Personal Cybersecurity Guardian Intelligent Threat Detection and Protection System</vt:lpstr>
      <vt:lpstr>Problem</vt:lpstr>
      <vt:lpstr>Why This Problem Matters </vt:lpstr>
      <vt:lpstr>Proposed Solution</vt:lpstr>
      <vt:lpstr>System Architecture</vt:lpstr>
      <vt:lpstr>Technology Stack 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ashrita.singh.ai@ghrce.raisoni.net</dc:creator>
  <cp:lastModifiedBy>ashrita.singh.ai@ghrce.raisoni.net</cp:lastModifiedBy>
  <cp:revision>1</cp:revision>
  <dcterms:created xsi:type="dcterms:W3CDTF">2026-03-10T18:32:45Z</dcterms:created>
  <dcterms:modified xsi:type="dcterms:W3CDTF">2026-03-10T18:46:52Z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